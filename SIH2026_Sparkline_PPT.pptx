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49" y="-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sfdc.nic.in/?utm_source=chatgpt.com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nsfdc.nic.in/UploadedFiles/other/2024-05-15/1-4-1.pdf?utm_source=chatgpt.com" TargetMode="External"/><Relationship Id="rId4" Type="http://schemas.openxmlformats.org/officeDocument/2006/relationships/hyperlink" Target="https://nsfdc.nic.in/faqs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26092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/>
              <a:t>AI-Driven Scheme    Matching for Marginalized Entrepreneurs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/>
              <a:t>Smart Automation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b="1" dirty="0">
                <a:latin typeface="+mj-lt"/>
                <a:cs typeface="Arial" panose="020B0604020202020204" pitchFamily="34" charset="0"/>
              </a:rPr>
              <a:t>254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b="1" dirty="0" err="1">
                <a:latin typeface="+mj-lt"/>
                <a:cs typeface="Arial" panose="020B0604020202020204" pitchFamily="34" charset="0"/>
              </a:rPr>
              <a:t>SparkLine</a:t>
            </a:r>
            <a:endParaRPr lang="en-IN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84C887-7C1F-D490-A8D5-5544E06F9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000500" lvl="8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AI platform that recommends the right loan scheme, calculates EMI, and finds the nearest eligible Channel Partner.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Provides scheme selection, eligibility, financial calculation, and partner location in one place, reducing confusion and delays.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AI-based personalized matching + multilingual support with chat + smart partner routing + explainable recommendations.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AACBCF-0040-D93D-D2CD-19D4275AD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882F61-3AF8-2B14-BCCF-C0286835E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93" y="1780028"/>
            <a:ext cx="11426614" cy="3767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E71B55-F1A7-3D0F-5817-42B3F690A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40296" y="2533652"/>
            <a:ext cx="976994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Technically feasible using AI, web technologies, databases, and maps with government scheme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The main challenges are changing scheme information, unavailable live partner data, AI errors, and user data privacy.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Use regularly updated official data, an admin panel for updates, rule-based validation with AI, and secure data handling.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157132-7861-70BD-B816-789F7EF08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The platform will help SC/ST beneficiaries easily find suitable loan schemes and authorized partners, reducing confusion, application errors, and delays.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It improves financial awareness, increases access to government financial support, saves time and effort, and promotes economic empowerment and entrepreneurship.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34085-628D-4152-284C-20269B330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2126925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dirty="0"/>
              <a:t>The solution is based on official </a:t>
            </a:r>
            <a:r>
              <a:rPr lang="en-IN" sz="2800" b="1" dirty="0"/>
              <a:t>NSFDC</a:t>
            </a:r>
            <a:r>
              <a:rPr lang="en-IN" sz="2800" dirty="0"/>
              <a:t> information about loan schemes, eligibility, and Channel Partners.</a:t>
            </a:r>
          </a:p>
          <a:p>
            <a:r>
              <a:rPr lang="en-IN" sz="2800" b="1" dirty="0"/>
              <a:t>NSFDC Official Website:</a:t>
            </a:r>
            <a:r>
              <a:rPr lang="en-IN" sz="2800" dirty="0"/>
              <a:t> </a:t>
            </a:r>
            <a:r>
              <a:rPr lang="en-IN" sz="2800" dirty="0">
                <a:hlinkClick r:id="rId3"/>
              </a:rPr>
              <a:t>https://nsfdc.nic.in/</a:t>
            </a:r>
            <a:br>
              <a:rPr lang="en-IN" sz="2800" dirty="0"/>
            </a:br>
            <a:r>
              <a:rPr lang="en-IN" sz="2800" b="1" dirty="0"/>
              <a:t>NSFDC FAQs:</a:t>
            </a:r>
            <a:r>
              <a:rPr lang="en-IN" sz="2800" dirty="0"/>
              <a:t> </a:t>
            </a:r>
            <a:r>
              <a:rPr lang="en-IN" sz="2800" dirty="0">
                <a:hlinkClick r:id="rId4"/>
              </a:rPr>
              <a:t>https://nsfdc.nic.in/faqs</a:t>
            </a:r>
            <a:br>
              <a:rPr lang="en-IN" sz="2800" dirty="0"/>
            </a:br>
            <a:r>
              <a:rPr lang="en-IN" sz="2800" b="1" dirty="0"/>
              <a:t>NSFDC Scheme Compendium:</a:t>
            </a:r>
            <a:r>
              <a:rPr lang="en-IN" sz="2800" dirty="0"/>
              <a:t> </a:t>
            </a:r>
            <a:r>
              <a:rPr lang="en-IN" sz="2800" dirty="0">
                <a:hlinkClick r:id="rId5"/>
              </a:rPr>
              <a:t>https://nsfdc.nic.in/UploadedFiles/other/2024-05-15/1-4-1.pdf</a:t>
            </a:r>
            <a:br>
              <a:rPr lang="en-IN" sz="2800" dirty="0"/>
            </a:br>
            <a:r>
              <a:rPr lang="en-IN" sz="2800" b="1" dirty="0"/>
              <a:t>NSFDC Channel Partners:</a:t>
            </a:r>
            <a:r>
              <a:rPr lang="en-IN" sz="2800" dirty="0"/>
              <a:t> https://nsfdc.nic.in/channel-partners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36F21E-4C07-9435-FC01-AE0F5798F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-264900"/>
            <a:ext cx="1672800" cy="16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7712</TotalTime>
  <Words>327</Words>
  <Application>Microsoft Office PowerPoint</Application>
  <PresentationFormat>Widescreen</PresentationFormat>
  <Paragraphs>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Sparsh Patel</cp:lastModifiedBy>
  <cp:revision>159</cp:revision>
  <dcterms:created xsi:type="dcterms:W3CDTF">2013-12-12T18:46:50Z</dcterms:created>
  <dcterms:modified xsi:type="dcterms:W3CDTF">2026-09-10T08:09:37Z</dcterms:modified>
  <cp:category/>
</cp:coreProperties>
</file>